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6218"/>
    <a:srgbClr val="DF51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14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F595A-1CC4-4FB1-ACBC-26DD19C85E5A}" type="datetimeFigureOut">
              <a:rPr lang="ko-KR" altLang="en-US" smtClean="0"/>
              <a:t>2019-05-07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1A646-0357-4599-97FD-DA2C3F7A1A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3945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F595A-1CC4-4FB1-ACBC-26DD19C85E5A}" type="datetimeFigureOut">
              <a:rPr lang="ko-KR" altLang="en-US" smtClean="0"/>
              <a:t>2019-05-07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1A646-0357-4599-97FD-DA2C3F7A1A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2710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F595A-1CC4-4FB1-ACBC-26DD19C85E5A}" type="datetimeFigureOut">
              <a:rPr lang="ko-KR" altLang="en-US" smtClean="0"/>
              <a:t>2019-05-07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1A646-0357-4599-97FD-DA2C3F7A1A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0040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F595A-1CC4-4FB1-ACBC-26DD19C85E5A}" type="datetimeFigureOut">
              <a:rPr lang="ko-KR" altLang="en-US" smtClean="0"/>
              <a:t>2019-05-07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1A646-0357-4599-97FD-DA2C3F7A1A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6120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F595A-1CC4-4FB1-ACBC-26DD19C85E5A}" type="datetimeFigureOut">
              <a:rPr lang="ko-KR" altLang="en-US" smtClean="0"/>
              <a:t>2019-05-07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1A646-0357-4599-97FD-DA2C3F7A1A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0755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F595A-1CC4-4FB1-ACBC-26DD19C85E5A}" type="datetimeFigureOut">
              <a:rPr lang="ko-KR" altLang="en-US" smtClean="0"/>
              <a:t>2019-05-07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1A646-0357-4599-97FD-DA2C3F7A1A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0766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F595A-1CC4-4FB1-ACBC-26DD19C85E5A}" type="datetimeFigureOut">
              <a:rPr lang="ko-KR" altLang="en-US" smtClean="0"/>
              <a:t>2019-05-07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1A646-0357-4599-97FD-DA2C3F7A1A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5702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F595A-1CC4-4FB1-ACBC-26DD19C85E5A}" type="datetimeFigureOut">
              <a:rPr lang="ko-KR" altLang="en-US" smtClean="0"/>
              <a:t>2019-05-07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1A646-0357-4599-97FD-DA2C3F7A1A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1285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F595A-1CC4-4FB1-ACBC-26DD19C85E5A}" type="datetimeFigureOut">
              <a:rPr lang="ko-KR" altLang="en-US" smtClean="0"/>
              <a:t>2019-05-07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1A646-0357-4599-97FD-DA2C3F7A1A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9534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F595A-1CC4-4FB1-ACBC-26DD19C85E5A}" type="datetimeFigureOut">
              <a:rPr lang="ko-KR" altLang="en-US" smtClean="0"/>
              <a:t>2019-05-07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1A646-0357-4599-97FD-DA2C3F7A1A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4838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F595A-1CC4-4FB1-ACBC-26DD19C85E5A}" type="datetimeFigureOut">
              <a:rPr lang="ko-KR" altLang="en-US" smtClean="0"/>
              <a:t>2019-05-07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1A646-0357-4599-97FD-DA2C3F7A1A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5884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5F595A-1CC4-4FB1-ACBC-26DD19C85E5A}" type="datetimeFigureOut">
              <a:rPr lang="ko-KR" altLang="en-US" smtClean="0"/>
              <a:t>2019-05-07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D1A646-0357-4599-97FD-DA2C3F7A1A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5148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06109" y="400217"/>
            <a:ext cx="2247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 err="1" smtClean="0"/>
              <a:t>allaboutmise</a:t>
            </a:r>
            <a:endParaRPr lang="en-US" altLang="ko-KR" sz="2800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11011345" y="561548"/>
            <a:ext cx="10086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실시간 평균</a:t>
            </a:r>
            <a:endParaRPr lang="ko-KR" altLang="en-US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2398438" y="1697726"/>
            <a:ext cx="7321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dirty="0"/>
              <a:t>서울</a:t>
            </a:r>
            <a:r>
              <a:rPr lang="en-US" altLang="ko-KR" dirty="0"/>
              <a:t>, </a:t>
            </a:r>
            <a:r>
              <a:rPr lang="ko-KR" altLang="ko-KR" dirty="0"/>
              <a:t>부산</a:t>
            </a:r>
            <a:r>
              <a:rPr lang="en-US" altLang="ko-KR" dirty="0"/>
              <a:t>, </a:t>
            </a:r>
            <a:r>
              <a:rPr lang="ko-KR" altLang="ko-KR" dirty="0"/>
              <a:t>대구</a:t>
            </a:r>
            <a:r>
              <a:rPr lang="en-US" altLang="ko-KR" dirty="0"/>
              <a:t>, </a:t>
            </a:r>
            <a:r>
              <a:rPr lang="ko-KR" altLang="ko-KR" dirty="0"/>
              <a:t>인천</a:t>
            </a:r>
            <a:r>
              <a:rPr lang="en-US" altLang="ko-KR" dirty="0"/>
              <a:t>, </a:t>
            </a:r>
            <a:r>
              <a:rPr lang="ko-KR" altLang="ko-KR" dirty="0"/>
              <a:t>광주</a:t>
            </a:r>
            <a:r>
              <a:rPr lang="en-US" altLang="ko-KR" dirty="0"/>
              <a:t>, </a:t>
            </a:r>
            <a:r>
              <a:rPr lang="ko-KR" altLang="ko-KR" dirty="0"/>
              <a:t>대전</a:t>
            </a:r>
            <a:r>
              <a:rPr lang="en-US" altLang="ko-KR" dirty="0"/>
              <a:t>, </a:t>
            </a:r>
            <a:r>
              <a:rPr lang="ko-KR" altLang="ko-KR" dirty="0"/>
              <a:t>울산</a:t>
            </a:r>
            <a:r>
              <a:rPr lang="en-US" altLang="ko-KR" dirty="0"/>
              <a:t>, </a:t>
            </a:r>
            <a:r>
              <a:rPr lang="ko-KR" altLang="ko-KR" dirty="0"/>
              <a:t>경기</a:t>
            </a:r>
            <a:r>
              <a:rPr lang="en-US" altLang="ko-KR" dirty="0"/>
              <a:t>, </a:t>
            </a:r>
            <a:r>
              <a:rPr lang="ko-KR" altLang="ko-KR" dirty="0"/>
              <a:t>강원</a:t>
            </a:r>
            <a:r>
              <a:rPr lang="en-US" altLang="ko-KR" dirty="0"/>
              <a:t>, </a:t>
            </a:r>
            <a:r>
              <a:rPr lang="ko-KR" altLang="ko-KR" dirty="0"/>
              <a:t>충북</a:t>
            </a:r>
            <a:r>
              <a:rPr lang="en-US" altLang="ko-KR" dirty="0"/>
              <a:t>, </a:t>
            </a:r>
            <a:r>
              <a:rPr lang="ko-KR" altLang="ko-KR" dirty="0"/>
              <a:t>충남</a:t>
            </a:r>
            <a:r>
              <a:rPr lang="en-US" altLang="ko-KR" dirty="0"/>
              <a:t>, </a:t>
            </a:r>
            <a:r>
              <a:rPr lang="ko-KR" altLang="ko-KR" dirty="0"/>
              <a:t>전북</a:t>
            </a:r>
            <a:r>
              <a:rPr lang="en-US" altLang="ko-KR" dirty="0"/>
              <a:t>, </a:t>
            </a:r>
            <a:endParaRPr lang="en-US" altLang="ko-KR" dirty="0" smtClean="0"/>
          </a:p>
        </p:txBody>
      </p:sp>
      <p:sp>
        <p:nvSpPr>
          <p:cNvPr id="9" name="TextBox 8"/>
          <p:cNvSpPr txBox="1"/>
          <p:nvPr/>
        </p:nvSpPr>
        <p:spPr>
          <a:xfrm>
            <a:off x="1810327" y="3232721"/>
            <a:ext cx="1339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종로구 </a:t>
            </a:r>
            <a:endParaRPr lang="ko-KR" altLang="en-US" sz="1200" dirty="0"/>
          </a:p>
        </p:txBody>
      </p:sp>
      <p:sp>
        <p:nvSpPr>
          <p:cNvPr id="10" name="직사각형 9"/>
          <p:cNvSpPr/>
          <p:nvPr/>
        </p:nvSpPr>
        <p:spPr>
          <a:xfrm>
            <a:off x="73891" y="101600"/>
            <a:ext cx="12118109" cy="1200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실시간 시간 </a:t>
            </a:r>
            <a:r>
              <a:rPr lang="en-US" altLang="ko-KR" sz="1200" dirty="0" smtClean="0"/>
              <a:t>progress tab 10</a:t>
            </a:r>
            <a:r>
              <a:rPr lang="ko-KR" altLang="en-US" sz="1200" dirty="0" smtClean="0"/>
              <a:t>분 단위</a:t>
            </a:r>
            <a:endParaRPr lang="ko-KR" altLang="en-US" sz="1200" dirty="0"/>
          </a:p>
        </p:txBody>
      </p:sp>
      <p:sp>
        <p:nvSpPr>
          <p:cNvPr id="11" name="직사각형 10"/>
          <p:cNvSpPr/>
          <p:nvPr/>
        </p:nvSpPr>
        <p:spPr>
          <a:xfrm>
            <a:off x="2595420" y="3306565"/>
            <a:ext cx="6927272" cy="14803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810327" y="3795946"/>
            <a:ext cx="1339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강남구</a:t>
            </a:r>
            <a:endParaRPr lang="ko-KR" altLang="en-US" sz="1200" dirty="0"/>
          </a:p>
        </p:txBody>
      </p:sp>
      <p:sp>
        <p:nvSpPr>
          <p:cNvPr id="14" name="TextBox 13"/>
          <p:cNvSpPr txBox="1"/>
          <p:nvPr/>
        </p:nvSpPr>
        <p:spPr>
          <a:xfrm>
            <a:off x="1810327" y="4386785"/>
            <a:ext cx="1339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송파구</a:t>
            </a:r>
            <a:endParaRPr lang="ko-KR" altLang="en-US" sz="1200" dirty="0"/>
          </a:p>
        </p:txBody>
      </p:sp>
      <p:sp>
        <p:nvSpPr>
          <p:cNvPr id="15" name="직사각형 14"/>
          <p:cNvSpPr/>
          <p:nvPr/>
        </p:nvSpPr>
        <p:spPr>
          <a:xfrm>
            <a:off x="2595420" y="4460629"/>
            <a:ext cx="4405744" cy="126841"/>
          </a:xfrm>
          <a:prstGeom prst="rect">
            <a:avLst/>
          </a:prstGeom>
          <a:solidFill>
            <a:srgbClr val="E8621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1810327" y="5033085"/>
            <a:ext cx="1339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…</a:t>
            </a:r>
            <a:endParaRPr lang="ko-KR" altLang="en-US" sz="1200" dirty="0"/>
          </a:p>
        </p:txBody>
      </p:sp>
      <p:sp>
        <p:nvSpPr>
          <p:cNvPr id="17" name="직사각형 16"/>
          <p:cNvSpPr/>
          <p:nvPr/>
        </p:nvSpPr>
        <p:spPr>
          <a:xfrm>
            <a:off x="2595420" y="5106931"/>
            <a:ext cx="2687780" cy="16782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1810327" y="5623923"/>
            <a:ext cx="1339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…</a:t>
            </a:r>
            <a:endParaRPr lang="ko-KR" altLang="en-US" sz="1200" dirty="0"/>
          </a:p>
        </p:txBody>
      </p:sp>
      <p:sp>
        <p:nvSpPr>
          <p:cNvPr id="19" name="직사각형 18"/>
          <p:cNvSpPr/>
          <p:nvPr/>
        </p:nvSpPr>
        <p:spPr>
          <a:xfrm>
            <a:off x="2595419" y="5697768"/>
            <a:ext cx="1256145" cy="1337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11011345" y="1420727"/>
            <a:ext cx="80021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dirty="0" smtClean="0"/>
              <a:t>내림차순</a:t>
            </a:r>
            <a:endParaRPr lang="ko-KR" altLang="en-US" sz="1200" dirty="0"/>
          </a:p>
        </p:txBody>
      </p:sp>
      <p:sp>
        <p:nvSpPr>
          <p:cNvPr id="25" name="아래쪽 화살표 24"/>
          <p:cNvSpPr/>
          <p:nvPr/>
        </p:nvSpPr>
        <p:spPr>
          <a:xfrm>
            <a:off x="11764116" y="1507297"/>
            <a:ext cx="312586" cy="30869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/>
          <p:cNvSpPr txBox="1"/>
          <p:nvPr/>
        </p:nvSpPr>
        <p:spPr>
          <a:xfrm>
            <a:off x="9073403" y="3255796"/>
            <a:ext cx="7263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solidFill>
                  <a:schemeClr val="bg1"/>
                </a:solidFill>
              </a:rPr>
              <a:t>112</a:t>
            </a:r>
            <a:endParaRPr lang="ko-KR" altLang="en-US" sz="1100" dirty="0">
              <a:solidFill>
                <a:schemeClr val="bg1"/>
              </a:solidFill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2595420" y="3850960"/>
            <a:ext cx="5763489" cy="168276"/>
          </a:xfrm>
          <a:prstGeom prst="rect">
            <a:avLst/>
          </a:prstGeom>
          <a:solidFill>
            <a:srgbClr val="DF515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7995720" y="3803640"/>
            <a:ext cx="7263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/>
              <a:t>98</a:t>
            </a:r>
            <a:endParaRPr lang="ko-KR" altLang="en-US" sz="1100" dirty="0"/>
          </a:p>
        </p:txBody>
      </p:sp>
      <p:sp>
        <p:nvSpPr>
          <p:cNvPr id="30" name="TextBox 29"/>
          <p:cNvSpPr txBox="1"/>
          <p:nvPr/>
        </p:nvSpPr>
        <p:spPr>
          <a:xfrm>
            <a:off x="6637975" y="4402174"/>
            <a:ext cx="7263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/>
              <a:t>56</a:t>
            </a:r>
            <a:endParaRPr lang="ko-KR" altLang="en-US" sz="1100" dirty="0"/>
          </a:p>
        </p:txBody>
      </p:sp>
      <p:sp>
        <p:nvSpPr>
          <p:cNvPr id="31" name="TextBox 30"/>
          <p:cNvSpPr txBox="1"/>
          <p:nvPr/>
        </p:nvSpPr>
        <p:spPr>
          <a:xfrm>
            <a:off x="4920011" y="5048474"/>
            <a:ext cx="7263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/>
              <a:t>28</a:t>
            </a:r>
            <a:endParaRPr lang="ko-KR" altLang="en-US" sz="1100" dirty="0"/>
          </a:p>
        </p:txBody>
      </p:sp>
      <p:sp>
        <p:nvSpPr>
          <p:cNvPr id="32" name="TextBox 31"/>
          <p:cNvSpPr txBox="1"/>
          <p:nvPr/>
        </p:nvSpPr>
        <p:spPr>
          <a:xfrm>
            <a:off x="3571503" y="5613953"/>
            <a:ext cx="7263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/>
              <a:t>13</a:t>
            </a:r>
            <a:endParaRPr lang="ko-KR" altLang="en-US" sz="1100" dirty="0"/>
          </a:p>
        </p:txBody>
      </p:sp>
      <p:sp>
        <p:nvSpPr>
          <p:cNvPr id="33" name="직사각형 32"/>
          <p:cNvSpPr/>
          <p:nvPr/>
        </p:nvSpPr>
        <p:spPr>
          <a:xfrm>
            <a:off x="4546461" y="2287934"/>
            <a:ext cx="30251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ko-KR" dirty="0" smtClean="0"/>
              <a:t>전남</a:t>
            </a:r>
            <a:r>
              <a:rPr lang="en-US" altLang="ko-KR" dirty="0" smtClean="0"/>
              <a:t>, </a:t>
            </a:r>
            <a:r>
              <a:rPr lang="ko-KR" altLang="ko-KR" dirty="0" smtClean="0"/>
              <a:t>경북</a:t>
            </a:r>
            <a:r>
              <a:rPr lang="en-US" altLang="ko-KR" dirty="0" smtClean="0"/>
              <a:t>, </a:t>
            </a:r>
            <a:r>
              <a:rPr lang="ko-KR" altLang="ko-KR" dirty="0" smtClean="0"/>
              <a:t>경남</a:t>
            </a:r>
            <a:r>
              <a:rPr lang="en-US" altLang="ko-KR" dirty="0" smtClean="0"/>
              <a:t>, </a:t>
            </a:r>
            <a:r>
              <a:rPr lang="ko-KR" altLang="ko-KR" dirty="0" smtClean="0"/>
              <a:t>제주</a:t>
            </a:r>
            <a:r>
              <a:rPr lang="en-US" altLang="ko-KR" dirty="0" smtClean="0"/>
              <a:t>, </a:t>
            </a:r>
            <a:r>
              <a:rPr lang="ko-KR" altLang="ko-KR" dirty="0" smtClean="0"/>
              <a:t>세종</a:t>
            </a:r>
            <a:endParaRPr lang="en-US" altLang="ko-KR" dirty="0" smtClean="0"/>
          </a:p>
        </p:txBody>
      </p:sp>
      <p:sp>
        <p:nvSpPr>
          <p:cNvPr id="34" name="TextBox 33"/>
          <p:cNvSpPr txBox="1"/>
          <p:nvPr/>
        </p:nvSpPr>
        <p:spPr>
          <a:xfrm>
            <a:off x="8722098" y="5900922"/>
            <a:ext cx="319831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10~15 </a:t>
            </a:r>
            <a:r>
              <a:rPr lang="ko-KR" altLang="en-US" dirty="0" smtClean="0"/>
              <a:t>좋음 </a:t>
            </a:r>
            <a:r>
              <a:rPr lang="en-US" altLang="ko-KR" dirty="0" smtClean="0"/>
              <a:t>, 16~35 </a:t>
            </a:r>
            <a:r>
              <a:rPr lang="ko-KR" altLang="en-US" dirty="0" smtClean="0"/>
              <a:t>보통</a:t>
            </a:r>
            <a:endParaRPr lang="en-US" altLang="ko-KR" dirty="0" smtClean="0"/>
          </a:p>
          <a:p>
            <a:r>
              <a:rPr lang="en-US" altLang="ko-KR" dirty="0" smtClean="0"/>
              <a:t>36~75 </a:t>
            </a:r>
            <a:r>
              <a:rPr lang="ko-KR" altLang="en-US" dirty="0" smtClean="0"/>
              <a:t>나쁨 </a:t>
            </a:r>
            <a:r>
              <a:rPr lang="en-US" altLang="ko-KR" dirty="0" smtClean="0"/>
              <a:t>76</a:t>
            </a:r>
            <a:r>
              <a:rPr lang="ko-KR" altLang="en-US" dirty="0" smtClean="0"/>
              <a:t>이상 </a:t>
            </a:r>
            <a:r>
              <a:rPr lang="ko-KR" altLang="en-US" dirty="0" err="1" smtClean="0"/>
              <a:t>매우나쁨</a:t>
            </a:r>
            <a:endParaRPr lang="en-US" altLang="ko-KR" dirty="0" smtClean="0"/>
          </a:p>
          <a:p>
            <a:r>
              <a:rPr lang="en-US" altLang="ko-KR" dirty="0" smtClean="0"/>
              <a:t>100</a:t>
            </a:r>
            <a:r>
              <a:rPr lang="ko-KR" altLang="en-US" dirty="0" smtClean="0"/>
              <a:t>이상 외출금지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05411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1170</TotalTime>
  <Words>67</Words>
  <Application>Microsoft Office PowerPoint</Application>
  <PresentationFormat>와이드스크린</PresentationFormat>
  <Paragraphs>19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CHS</dc:creator>
  <cp:lastModifiedBy>CHS</cp:lastModifiedBy>
  <cp:revision>4</cp:revision>
  <dcterms:created xsi:type="dcterms:W3CDTF">2019-04-22T04:17:55Z</dcterms:created>
  <dcterms:modified xsi:type="dcterms:W3CDTF">2019-05-07T00:05:02Z</dcterms:modified>
</cp:coreProperties>
</file>